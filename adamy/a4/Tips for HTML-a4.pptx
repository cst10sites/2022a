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54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Yenson" userId="630d431f-914a-45b8-bee3-959b94bd081c" providerId="ADAL" clId="{F2E26831-0B2C-423B-9C5E-5104F8F3925B}"/>
    <pc:docChg chg="modSld">
      <pc:chgData name="Adam Yenson" userId="630d431f-914a-45b8-bee3-959b94bd081c" providerId="ADAL" clId="{F2E26831-0B2C-423B-9C5E-5104F8F3925B}" dt="2021-11-22T22:40:11.710" v="1" actId="1076"/>
      <pc:docMkLst>
        <pc:docMk/>
      </pc:docMkLst>
      <pc:sldChg chg="modSp mod">
        <pc:chgData name="Adam Yenson" userId="630d431f-914a-45b8-bee3-959b94bd081c" providerId="ADAL" clId="{F2E26831-0B2C-423B-9C5E-5104F8F3925B}" dt="2021-11-22T22:40:11.710" v="1" actId="1076"/>
        <pc:sldMkLst>
          <pc:docMk/>
          <pc:sldMk cId="1846921613" sldId="260"/>
        </pc:sldMkLst>
        <pc:picChg chg="mod">
          <ac:chgData name="Adam Yenson" userId="630d431f-914a-45b8-bee3-959b94bd081c" providerId="ADAL" clId="{F2E26831-0B2C-423B-9C5E-5104F8F3925B}" dt="2021-11-22T22:40:11.710" v="1" actId="1076"/>
          <ac:picMkLst>
            <pc:docMk/>
            <pc:sldMk cId="1846921613" sldId="260"/>
            <ac:picMk id="3" creationId="{DB9CA62C-2ECA-4BA9-B7BB-E865726C1C04}"/>
          </ac:picMkLst>
        </pc:picChg>
      </pc:sldChg>
    </pc:docChg>
  </pc:docChgLst>
  <pc:docChgLst>
    <pc:chgData name="Colin Kam" userId="S::ckam@vsb.bc.ca::24d42b3a-e7b8-421e-a77d-ebab07f00662" providerId="AD" clId="Web-{A50973DC-0115-4A1D-9CF3-E891F8086115}"/>
    <pc:docChg chg="modSld">
      <pc:chgData name="Colin Kam" userId="S::ckam@vsb.bc.ca::24d42b3a-e7b8-421e-a77d-ebab07f00662" providerId="AD" clId="Web-{A50973DC-0115-4A1D-9CF3-E891F8086115}" dt="2021-11-19T17:20:33.059" v="126"/>
      <pc:docMkLst>
        <pc:docMk/>
      </pc:docMkLst>
      <pc:sldChg chg="addSp modSp mod setBg">
        <pc:chgData name="Colin Kam" userId="S::ckam@vsb.bc.ca::24d42b3a-e7b8-421e-a77d-ebab07f00662" providerId="AD" clId="Web-{A50973DC-0115-4A1D-9CF3-E891F8086115}" dt="2021-11-19T17:01:59.904" v="3"/>
        <pc:sldMkLst>
          <pc:docMk/>
          <pc:sldMk cId="2326541757" sldId="257"/>
        </pc:sldMkLst>
        <pc:spChg chg="add">
          <ac:chgData name="Colin Kam" userId="S::ckam@vsb.bc.ca::24d42b3a-e7b8-421e-a77d-ebab07f00662" providerId="AD" clId="Web-{A50973DC-0115-4A1D-9CF3-E891F8086115}" dt="2021-11-19T17:01:59.904" v="3"/>
          <ac:spMkLst>
            <pc:docMk/>
            <pc:sldMk cId="2326541757" sldId="257"/>
            <ac:spMk id="8" creationId="{42A4FC2C-047E-45A5-965D-8E1E3BF09BC6}"/>
          </ac:spMkLst>
        </pc:spChg>
        <pc:picChg chg="mod">
          <ac:chgData name="Colin Kam" userId="S::ckam@vsb.bc.ca::24d42b3a-e7b8-421e-a77d-ebab07f00662" providerId="AD" clId="Web-{A50973DC-0115-4A1D-9CF3-E891F8086115}" dt="2021-11-19T17:01:59.904" v="3"/>
          <ac:picMkLst>
            <pc:docMk/>
            <pc:sldMk cId="2326541757" sldId="257"/>
            <ac:picMk id="3" creationId="{50E5C514-3E10-4DBD-84D6-CB7B6A30DD9B}"/>
          </ac:picMkLst>
        </pc:picChg>
      </pc:sldChg>
      <pc:sldChg chg="addSp delSp modSp mod setBg">
        <pc:chgData name="Colin Kam" userId="S::ckam@vsb.bc.ca::24d42b3a-e7b8-421e-a77d-ebab07f00662" providerId="AD" clId="Web-{A50973DC-0115-4A1D-9CF3-E891F8086115}" dt="2021-11-19T17:01:54.904" v="2"/>
        <pc:sldMkLst>
          <pc:docMk/>
          <pc:sldMk cId="4214027893" sldId="258"/>
        </pc:sldMkLst>
        <pc:spChg chg="add">
          <ac:chgData name="Colin Kam" userId="S::ckam@vsb.bc.ca::24d42b3a-e7b8-421e-a77d-ebab07f00662" providerId="AD" clId="Web-{A50973DC-0115-4A1D-9CF3-E891F8086115}" dt="2021-11-19T17:01:54.904" v="2"/>
          <ac:spMkLst>
            <pc:docMk/>
            <pc:sldMk cId="4214027893" sldId="258"/>
            <ac:spMk id="7" creationId="{42A4FC2C-047E-45A5-965D-8E1E3BF09BC6}"/>
          </ac:spMkLst>
        </pc:spChg>
        <pc:picChg chg="add mod">
          <ac:chgData name="Colin Kam" userId="S::ckam@vsb.bc.ca::24d42b3a-e7b8-421e-a77d-ebab07f00662" providerId="AD" clId="Web-{A50973DC-0115-4A1D-9CF3-E891F8086115}" dt="2021-11-19T17:01:54.904" v="2"/>
          <ac:picMkLst>
            <pc:docMk/>
            <pc:sldMk cId="4214027893" sldId="258"/>
            <ac:picMk id="2" creationId="{BF9FD36C-B40F-48CC-B10A-086D3896FE59}"/>
          </ac:picMkLst>
        </pc:picChg>
        <pc:picChg chg="del">
          <ac:chgData name="Colin Kam" userId="S::ckam@vsb.bc.ca::24d42b3a-e7b8-421e-a77d-ebab07f00662" providerId="AD" clId="Web-{A50973DC-0115-4A1D-9CF3-E891F8086115}" dt="2021-11-19T17:01:49.779" v="0"/>
          <ac:picMkLst>
            <pc:docMk/>
            <pc:sldMk cId="4214027893" sldId="258"/>
            <ac:picMk id="17" creationId="{BFDC688E-4EBF-4249-B7F7-0E13F746F4E8}"/>
          </ac:picMkLst>
        </pc:picChg>
      </pc:sldChg>
      <pc:sldChg chg="addSp delSp modSp mod setBg">
        <pc:chgData name="Colin Kam" userId="S::ckam@vsb.bc.ca::24d42b3a-e7b8-421e-a77d-ebab07f00662" providerId="AD" clId="Web-{A50973DC-0115-4A1D-9CF3-E891F8086115}" dt="2021-11-19T17:08:40.174" v="12"/>
        <pc:sldMkLst>
          <pc:docMk/>
          <pc:sldMk cId="3971615690" sldId="259"/>
        </pc:sldMkLst>
        <pc:spChg chg="add del">
          <ac:chgData name="Colin Kam" userId="S::ckam@vsb.bc.ca::24d42b3a-e7b8-421e-a77d-ebab07f00662" providerId="AD" clId="Web-{A50973DC-0115-4A1D-9CF3-E891F8086115}" dt="2021-11-19T17:08:40.174" v="12"/>
          <ac:spMkLst>
            <pc:docMk/>
            <pc:sldMk cId="3971615690" sldId="259"/>
            <ac:spMk id="7" creationId="{42A4FC2C-047E-45A5-965D-8E1E3BF09BC6}"/>
          </ac:spMkLst>
        </pc:spChg>
        <pc:spChg chg="add">
          <ac:chgData name="Colin Kam" userId="S::ckam@vsb.bc.ca::24d42b3a-e7b8-421e-a77d-ebab07f00662" providerId="AD" clId="Web-{A50973DC-0115-4A1D-9CF3-E891F8086115}" dt="2021-11-19T17:08:40.174" v="12"/>
          <ac:spMkLst>
            <pc:docMk/>
            <pc:sldMk cId="3971615690" sldId="259"/>
            <ac:spMk id="12" creationId="{42A4FC2C-047E-45A5-965D-8E1E3BF09BC6}"/>
          </ac:spMkLst>
        </pc:spChg>
        <pc:picChg chg="add del mod">
          <ac:chgData name="Colin Kam" userId="S::ckam@vsb.bc.ca::24d42b3a-e7b8-421e-a77d-ebab07f00662" providerId="AD" clId="Web-{A50973DC-0115-4A1D-9CF3-E891F8086115}" dt="2021-11-19T17:08:37.252" v="11"/>
          <ac:picMkLst>
            <pc:docMk/>
            <pc:sldMk cId="3971615690" sldId="259"/>
            <ac:picMk id="2" creationId="{CEC98164-580A-4B59-A9E5-AE311101870B}"/>
          </ac:picMkLst>
        </pc:picChg>
        <pc:picChg chg="del">
          <ac:chgData name="Colin Kam" userId="S::ckam@vsb.bc.ca::24d42b3a-e7b8-421e-a77d-ebab07f00662" providerId="AD" clId="Web-{A50973DC-0115-4A1D-9CF3-E891F8086115}" dt="2021-11-19T17:04:47.140" v="5"/>
          <ac:picMkLst>
            <pc:docMk/>
            <pc:sldMk cId="3971615690" sldId="259"/>
            <ac:picMk id="3" creationId="{8107F8FC-C765-4627-9302-D995BCB00CFD}"/>
          </ac:picMkLst>
        </pc:picChg>
        <pc:picChg chg="add mod">
          <ac:chgData name="Colin Kam" userId="S::ckam@vsb.bc.ca::24d42b3a-e7b8-421e-a77d-ebab07f00662" providerId="AD" clId="Web-{A50973DC-0115-4A1D-9CF3-E891F8086115}" dt="2021-11-19T17:08:40.174" v="12"/>
          <ac:picMkLst>
            <pc:docMk/>
            <pc:sldMk cId="3971615690" sldId="259"/>
            <ac:picMk id="4" creationId="{8CBAC7AA-4A9C-4E2D-ADE3-0EB80CB294CE}"/>
          </ac:picMkLst>
        </pc:picChg>
      </pc:sldChg>
      <pc:sldChg chg="addSp modSp mod setBg">
        <pc:chgData name="Colin Kam" userId="S::ckam@vsb.bc.ca::24d42b3a-e7b8-421e-a77d-ebab07f00662" providerId="AD" clId="Web-{A50973DC-0115-4A1D-9CF3-E891F8086115}" dt="2021-11-19T17:16:07.086" v="120" actId="1076"/>
        <pc:sldMkLst>
          <pc:docMk/>
          <pc:sldMk cId="1846921613" sldId="260"/>
        </pc:sldMkLst>
        <pc:spChg chg="add mod">
          <ac:chgData name="Colin Kam" userId="S::ckam@vsb.bc.ca::24d42b3a-e7b8-421e-a77d-ebab07f00662" providerId="AD" clId="Web-{A50973DC-0115-4A1D-9CF3-E891F8086115}" dt="2021-11-19T17:16:03.430" v="119" actId="1076"/>
          <ac:spMkLst>
            <pc:docMk/>
            <pc:sldMk cId="1846921613" sldId="260"/>
            <ac:spMk id="2" creationId="{D56702EC-9F20-4752-A3D1-D3F29EB4FD39}"/>
          </ac:spMkLst>
        </pc:spChg>
        <pc:spChg chg="add mod">
          <ac:chgData name="Colin Kam" userId="S::ckam@vsb.bc.ca::24d42b3a-e7b8-421e-a77d-ebab07f00662" providerId="AD" clId="Web-{A50973DC-0115-4A1D-9CF3-E891F8086115}" dt="2021-11-19T17:16:07.086" v="120" actId="1076"/>
          <ac:spMkLst>
            <pc:docMk/>
            <pc:sldMk cId="1846921613" sldId="260"/>
            <ac:spMk id="4" creationId="{A06FFD13-33D2-4DFF-98F7-8BB7ED55811F}"/>
          </ac:spMkLst>
        </pc:spChg>
        <pc:spChg chg="add">
          <ac:chgData name="Colin Kam" userId="S::ckam@vsb.bc.ca::24d42b3a-e7b8-421e-a77d-ebab07f00662" providerId="AD" clId="Web-{A50973DC-0115-4A1D-9CF3-E891F8086115}" dt="2021-11-19T17:05:05.984" v="8"/>
          <ac:spMkLst>
            <pc:docMk/>
            <pc:sldMk cId="1846921613" sldId="260"/>
            <ac:spMk id="8" creationId="{42A4FC2C-047E-45A5-965D-8E1E3BF09BC6}"/>
          </ac:spMkLst>
        </pc:spChg>
        <pc:picChg chg="mod">
          <ac:chgData name="Colin Kam" userId="S::ckam@vsb.bc.ca::24d42b3a-e7b8-421e-a77d-ebab07f00662" providerId="AD" clId="Web-{A50973DC-0115-4A1D-9CF3-E891F8086115}" dt="2021-11-19T17:05:05.984" v="8"/>
          <ac:picMkLst>
            <pc:docMk/>
            <pc:sldMk cId="1846921613" sldId="260"/>
            <ac:picMk id="3" creationId="{DB9CA62C-2ECA-4BA9-B7BB-E865726C1C04}"/>
          </ac:picMkLst>
        </pc:picChg>
      </pc:sldChg>
      <pc:sldChg chg="addSp delSp modSp mod setBg">
        <pc:chgData name="Colin Kam" userId="S::ckam@vsb.bc.ca::24d42b3a-e7b8-421e-a77d-ebab07f00662" providerId="AD" clId="Web-{A50973DC-0115-4A1D-9CF3-E891F8086115}" dt="2021-11-19T17:10:41.254" v="15"/>
        <pc:sldMkLst>
          <pc:docMk/>
          <pc:sldMk cId="28956597" sldId="261"/>
        </pc:sldMkLst>
        <pc:spChg chg="add del">
          <ac:chgData name="Colin Kam" userId="S::ckam@vsb.bc.ca::24d42b3a-e7b8-421e-a77d-ebab07f00662" providerId="AD" clId="Web-{A50973DC-0115-4A1D-9CF3-E891F8086115}" dt="2021-11-19T17:10:41.254" v="15"/>
          <ac:spMkLst>
            <pc:docMk/>
            <pc:sldMk cId="28956597" sldId="261"/>
            <ac:spMk id="8" creationId="{42A4FC2C-047E-45A5-965D-8E1E3BF09BC6}"/>
          </ac:spMkLst>
        </pc:spChg>
        <pc:spChg chg="add">
          <ac:chgData name="Colin Kam" userId="S::ckam@vsb.bc.ca::24d42b3a-e7b8-421e-a77d-ebab07f00662" providerId="AD" clId="Web-{A50973DC-0115-4A1D-9CF3-E891F8086115}" dt="2021-11-19T17:10:41.254" v="15"/>
          <ac:spMkLst>
            <pc:docMk/>
            <pc:sldMk cId="28956597" sldId="261"/>
            <ac:spMk id="13" creationId="{42A4FC2C-047E-45A5-965D-8E1E3BF09BC6}"/>
          </ac:spMkLst>
        </pc:spChg>
        <pc:picChg chg="add mod">
          <ac:chgData name="Colin Kam" userId="S::ckam@vsb.bc.ca::24d42b3a-e7b8-421e-a77d-ebab07f00662" providerId="AD" clId="Web-{A50973DC-0115-4A1D-9CF3-E891F8086115}" dt="2021-11-19T17:10:41.254" v="15"/>
          <ac:picMkLst>
            <pc:docMk/>
            <pc:sldMk cId="28956597" sldId="261"/>
            <ac:picMk id="2" creationId="{AEA82DAB-6D2F-468F-9B4D-A8288E43705F}"/>
          </ac:picMkLst>
        </pc:picChg>
        <pc:picChg chg="del mod">
          <ac:chgData name="Colin Kam" userId="S::ckam@vsb.bc.ca::24d42b3a-e7b8-421e-a77d-ebab07f00662" providerId="AD" clId="Web-{A50973DC-0115-4A1D-9CF3-E891F8086115}" dt="2021-11-19T17:10:34.270" v="13"/>
          <ac:picMkLst>
            <pc:docMk/>
            <pc:sldMk cId="28956597" sldId="261"/>
            <ac:picMk id="3" creationId="{0252C572-6A23-41D4-A7D3-24D761640F90}"/>
          </ac:picMkLst>
        </pc:picChg>
      </pc:sldChg>
      <pc:sldChg chg="addSp delSp modSp mod setBg">
        <pc:chgData name="Colin Kam" userId="S::ckam@vsb.bc.ca::24d42b3a-e7b8-421e-a77d-ebab07f00662" providerId="AD" clId="Web-{A50973DC-0115-4A1D-9CF3-E891F8086115}" dt="2021-11-19T17:20:33.059" v="126"/>
        <pc:sldMkLst>
          <pc:docMk/>
          <pc:sldMk cId="621516442" sldId="262"/>
        </pc:sldMkLst>
        <pc:spChg chg="add del">
          <ac:chgData name="Colin Kam" userId="S::ckam@vsb.bc.ca::24d42b3a-e7b8-421e-a77d-ebab07f00662" providerId="AD" clId="Web-{A50973DC-0115-4A1D-9CF3-E891F8086115}" dt="2021-11-19T17:20:33.059" v="126"/>
          <ac:spMkLst>
            <pc:docMk/>
            <pc:sldMk cId="621516442" sldId="262"/>
            <ac:spMk id="5" creationId="{42A4FC2C-047E-45A5-965D-8E1E3BF09BC6}"/>
          </ac:spMkLst>
        </pc:spChg>
        <pc:spChg chg="add del">
          <ac:chgData name="Colin Kam" userId="S::ckam@vsb.bc.ca::24d42b3a-e7b8-421e-a77d-ebab07f00662" providerId="AD" clId="Web-{A50973DC-0115-4A1D-9CF3-E891F8086115}" dt="2021-11-19T17:19:19.651" v="122"/>
          <ac:spMkLst>
            <pc:docMk/>
            <pc:sldMk cId="621516442" sldId="262"/>
            <ac:spMk id="8" creationId="{42A4FC2C-047E-45A5-965D-8E1E3BF09BC6}"/>
          </ac:spMkLst>
        </pc:spChg>
        <pc:spChg chg="add">
          <ac:chgData name="Colin Kam" userId="S::ckam@vsb.bc.ca::24d42b3a-e7b8-421e-a77d-ebab07f00662" providerId="AD" clId="Web-{A50973DC-0115-4A1D-9CF3-E891F8086115}" dt="2021-11-19T17:20:33.059" v="126"/>
          <ac:spMkLst>
            <pc:docMk/>
            <pc:sldMk cId="621516442" sldId="262"/>
            <ac:spMk id="10" creationId="{42A4FC2C-047E-45A5-965D-8E1E3BF09BC6}"/>
          </ac:spMkLst>
        </pc:spChg>
        <pc:picChg chg="add mod">
          <ac:chgData name="Colin Kam" userId="S::ckam@vsb.bc.ca::24d42b3a-e7b8-421e-a77d-ebab07f00662" providerId="AD" clId="Web-{A50973DC-0115-4A1D-9CF3-E891F8086115}" dt="2021-11-19T17:20:33.059" v="126"/>
          <ac:picMkLst>
            <pc:docMk/>
            <pc:sldMk cId="621516442" sldId="262"/>
            <ac:picMk id="2" creationId="{8D6C4918-539E-4C34-BEC5-B8D6D4DE3F29}"/>
          </ac:picMkLst>
        </pc:picChg>
        <pc:picChg chg="del mod">
          <ac:chgData name="Colin Kam" userId="S::ckam@vsb.bc.ca::24d42b3a-e7b8-421e-a77d-ebab07f00662" providerId="AD" clId="Web-{A50973DC-0115-4A1D-9CF3-E891F8086115}" dt="2021-11-19T17:20:29.152" v="124"/>
          <ac:picMkLst>
            <pc:docMk/>
            <pc:sldMk cId="621516442" sldId="262"/>
            <ac:picMk id="3" creationId="{8B496F2A-8DD1-4C36-A417-79FA5EF6B62D}"/>
          </ac:picMkLst>
        </pc:picChg>
      </pc:sldChg>
      <pc:sldChg chg="addSp modSp mod setBg">
        <pc:chgData name="Colin Kam" userId="S::ckam@vsb.bc.ca::24d42b3a-e7b8-421e-a77d-ebab07f00662" providerId="AD" clId="Web-{A50973DC-0115-4A1D-9CF3-E891F8086115}" dt="2021-11-19T17:02:03.794" v="4"/>
        <pc:sldMkLst>
          <pc:docMk/>
          <pc:sldMk cId="2067090734" sldId="263"/>
        </pc:sldMkLst>
        <pc:spChg chg="add">
          <ac:chgData name="Colin Kam" userId="S::ckam@vsb.bc.ca::24d42b3a-e7b8-421e-a77d-ebab07f00662" providerId="AD" clId="Web-{A50973DC-0115-4A1D-9CF3-E891F8086115}" dt="2021-11-19T17:02:03.794" v="4"/>
          <ac:spMkLst>
            <pc:docMk/>
            <pc:sldMk cId="2067090734" sldId="263"/>
            <ac:spMk id="8" creationId="{42A4FC2C-047E-45A5-965D-8E1E3BF09BC6}"/>
          </ac:spMkLst>
        </pc:spChg>
        <pc:picChg chg="mod">
          <ac:chgData name="Colin Kam" userId="S::ckam@vsb.bc.ca::24d42b3a-e7b8-421e-a77d-ebab07f00662" providerId="AD" clId="Web-{A50973DC-0115-4A1D-9CF3-E891F8086115}" dt="2021-11-19T17:02:03.794" v="4"/>
          <ac:picMkLst>
            <pc:docMk/>
            <pc:sldMk cId="2067090734" sldId="263"/>
            <ac:picMk id="3" creationId="{3A237A18-EEDE-438B-B36C-23FB750FD7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D851-2228-48EE-885B-D304DB755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EB672-AA5C-4733-942D-55A6F20C3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3FC10-C9F8-42B1-B565-B171DB66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DC4E6-8735-4352-B030-EDAE188E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F26B5-0BAA-4F4B-B76E-39561E16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1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A256-E423-4AD5-9A47-F001661D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04FBA-5274-4FB8-89BE-79D01D83C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B6215-C007-458F-91A5-22E2DB984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1BDCA-A265-4B3F-B986-E7E71291A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F6758-490A-4DD7-ABB6-8A7E9CB7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4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C9AF-9EB1-4D79-982E-FBB3CE3C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4DAA8-11D1-429B-A279-4DFB091EF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6B997-3626-4680-914B-5C856064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2EBBD-5C8F-4502-A019-BE5CAD61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AC04C-1817-4D9A-A8B7-1F25F520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4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C1FA-F27B-4A6E-90AD-CBA4107C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8B30F-D4F4-4ED8-935A-CC61F226F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B244F-432F-4099-ADAC-5E37E563D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CA78A-294A-46E1-9F18-CA3D7F00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18923-6F64-42E5-A246-28B43A9FA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86303-28F4-40E8-85F2-C555F34C8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5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DF75-CAA4-4AB0-BABC-1A90E5B59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384E9-DDED-4DBC-94DE-640D2ADDE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44352-0635-4B37-992B-909D6CBE1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D1C36-CCF2-4970-97C8-5E859B050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3ED0B-A128-4198-95FB-69FAF0204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BA3D3-F6AD-40B8-8E6F-B5D5AF936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DE3BE7-FCF2-4582-9FA2-6843625D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4B27BF-D86B-4CFB-9D51-547C0FF2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35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51C5B-D913-4B5E-BA27-D2338E00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6D92-E9BC-4C03-9A9D-EF4B9BF0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1A947-97BB-487D-99B0-B5A306DEF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05B91-732C-4933-A0C7-EB69CBDC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6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7C19F-AD89-4914-8312-D80BAA5C6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7AD1F7-5C81-4F33-A95C-256132AB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FCE06-C28A-45FB-8CD1-F7D9ACCB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2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89B6-0209-4DA3-90AF-4814D9C5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60EA0-FFF3-4364-9508-06A61F4A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8B1C2-60EB-40BF-BC82-14C7FBD73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CC84C-5B51-48A7-B6CC-4DB01F06A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42B5D-AC82-4962-9453-4F839462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89FAF-C6ED-4A34-8E5C-0BD68F9D0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60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21D6-0E6E-4BEC-974A-996A4A53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BD917-5AD4-4260-A98F-56702F882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32423-CB19-4C00-818B-E9548E400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2B43C-7860-4F72-A805-A1067030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860F7-0222-4848-98F7-3F2B4062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BAE25-26C9-4550-BF52-0382E5E7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7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B458-3A37-47FD-82C9-1978DBE8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2A90F-A1C0-42FD-AD29-D65EFB583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78B65-8E1C-4D8C-B256-0C1E65C3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2BE6C-C64D-47A0-8E54-4D317604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48E53-5481-46D2-91E8-2F5D19025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44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221ED7-E37A-410B-9B18-4C91295D8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B4AC1-F75E-433D-A034-03BDE5875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D903D-5372-4C44-8E4D-E1BFCDA4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59745-2B54-4583-8A09-8D3E2127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F75D5-3D0D-40F4-8163-49EFCD43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3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7D7C5A-6DE3-4E40-9267-8B6E34C5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8B74D-14FE-471B-9858-CDFAD4D7E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DE3CE-4DBE-451F-9E37-E4A383CB5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152C7-006C-428F-AD79-9133DBEC7068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AA6C6-2426-404D-BBC0-B8D89D414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8E10-62EF-41FF-83AB-48041A331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CDFD1-C5F9-4E00-93F1-78AB1CABD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1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237A18-EEDE-438B-B36C-23FB750FD7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90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0E5C514-3E10-4DBD-84D6-CB7B6A30DD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4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F9FD36C-B40F-48CC-B10A-086D3896FE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2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8CBAC7AA-4A9C-4E2D-ADE3-0EB80CB294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61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DB9CA62C-2ECA-4BA9-B7BB-E865726C1C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6702EC-9F20-4752-A3D1-D3F29EB4FD39}"/>
              </a:ext>
            </a:extLst>
          </p:cNvPr>
          <p:cNvSpPr txBox="1"/>
          <p:nvPr/>
        </p:nvSpPr>
        <p:spPr>
          <a:xfrm>
            <a:off x="8663796" y="4422476"/>
            <a:ext cx="31313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dirty="0"/>
              <a:t>Note: Also update score in this function and set </a:t>
            </a:r>
            <a:r>
              <a:rPr lang="en-US" i="1" dirty="0" err="1"/>
              <a:t>nClicks</a:t>
            </a:r>
            <a:r>
              <a:rPr lang="en-US" i="1" dirty="0"/>
              <a:t> = 0 to stop timer when </a:t>
            </a:r>
            <a:r>
              <a:rPr lang="en-US" i="1" dirty="0" err="1"/>
              <a:t>timeLeft</a:t>
            </a:r>
            <a:r>
              <a:rPr lang="en-US" i="1" dirty="0"/>
              <a:t> &lt;= 0 </a:t>
            </a:r>
            <a:endParaRPr lang="en-US" i="1">
              <a:cs typeface="Calibri"/>
            </a:endParaRP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A06FFD13-33D2-4DFF-98F7-8BB7ED55811F}"/>
              </a:ext>
            </a:extLst>
          </p:cNvPr>
          <p:cNvSpPr/>
          <p:nvPr/>
        </p:nvSpPr>
        <p:spPr>
          <a:xfrm rot="-2580000">
            <a:off x="7908747" y="4333501"/>
            <a:ext cx="488830" cy="97766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2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3" descr="Text&#10;&#10;Description automatically generated">
            <a:extLst>
              <a:ext uri="{FF2B5EF4-FFF2-40B4-BE49-F238E27FC236}">
                <a16:creationId xmlns:a16="http://schemas.microsoft.com/office/drawing/2014/main" id="{AEA82DAB-6D2F-468F-9B4D-A8288E4370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D6C4918-539E-4C34-BEC5-B8D6D4DE3F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1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6BF44E48EC0F4DBD60E8AF841BBACF" ma:contentTypeVersion="6" ma:contentTypeDescription="Create a new document." ma:contentTypeScope="" ma:versionID="f9f0914507859028cc0c3f9107a79cb9">
  <xsd:schema xmlns:xsd="http://www.w3.org/2001/XMLSchema" xmlns:xs="http://www.w3.org/2001/XMLSchema" xmlns:p="http://schemas.microsoft.com/office/2006/metadata/properties" xmlns:ns2="bafc1916-ecc2-47e1-a5b8-659f5a84f3ff" targetNamespace="http://schemas.microsoft.com/office/2006/metadata/properties" ma:root="true" ma:fieldsID="168bc83f5edd5260701cac4e067fc05b" ns2:_="">
    <xsd:import namespace="bafc1916-ecc2-47e1-a5b8-659f5a84f3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c1916-ecc2-47e1-a5b8-659f5a84f3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7204EC-C818-4CED-AE79-5A03991F2E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DF113B7-3B0D-4064-81BE-D4F4D8983A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fc1916-ecc2-47e1-a5b8-659f5a84f3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A61D89-7565-492A-9AC8-0D6BE8055E0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Kam</dc:creator>
  <cp:lastModifiedBy>Adam Yenson</cp:lastModifiedBy>
  <cp:revision>37</cp:revision>
  <dcterms:created xsi:type="dcterms:W3CDTF">2021-11-17T22:35:21Z</dcterms:created>
  <dcterms:modified xsi:type="dcterms:W3CDTF">2021-11-22T22:40:41Z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0x010100F56BF44E48EC0F4DBD60E8AF841BBACF</vt:lpwstr>
  </property>
</Properties>
</file>